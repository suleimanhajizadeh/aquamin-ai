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Akvaponika: Müasir Kənd Təsərrüfatı Texnologiyası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Akvaponika – akvakultura (balıq yetişdirmə) və hidroponika (torpaqsız bitki yetişdirmə) sistemlərinin birləşməsidir.</a:t>
            </a:r>
          </a:p>
          <a:p>
            <a:r>
              <a:t>Ekoloji, suya qənaətli və şəhər mühitində tətbiq oluna bilən kənd təsərrüfatı modelidir.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Klassik Kənd Təsərrüfatının Problemləri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Torpaq deqradasiyası</a:t>
            </a:r>
          </a:p>
          <a:p>
            <a:r>
              <a:t>• Su çatışmazlığı</a:t>
            </a:r>
          </a:p>
          <a:p>
            <a:r>
              <a:t>• Kimyəvi gübrə istifadəsi</a:t>
            </a:r>
          </a:p>
          <a:p>
            <a:r>
              <a:t>• Urbanizasiya və torpaq azalması</a:t>
            </a:r>
          </a:p>
          <a:p>
            <a:r>
              <a:t>• İqlim dəyişikliklərinin təsiri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Akvaponika Nədir?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Akvaponika qapalı ekoloji sistemdir.</a:t>
            </a:r>
          </a:p>
          <a:p>
            <a:r>
              <a:t>Balıq tullantıları bitkilər üçün qida rolunu oynayır.</a:t>
            </a:r>
          </a:p>
          <a:p>
            <a:r>
              <a:t>Bitkilər isə suyu təmizləyərək balıqlar üçün uyğun mühit yaradır.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Akvaponika Sisteminin İşləmə Prinsipi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Balıqlar yem yeyir</a:t>
            </a:r>
          </a:p>
          <a:p>
            <a:r>
              <a:t>2. Ammonyak əmələ gəlir</a:t>
            </a:r>
          </a:p>
          <a:p>
            <a:r>
              <a:t>3. Bakteriyalar ammonyakı nitratlara çevirir</a:t>
            </a:r>
          </a:p>
          <a:p>
            <a:r>
              <a:t>4. Bitkilər nitratlardan qida kimi istifadə edir</a:t>
            </a:r>
          </a:p>
          <a:p>
            <a:r>
              <a:t>5. Təmizlənmiş su yenidən balıq çəninə qayıdır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Bioloji Proseslər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Nitrifikasiya prosesi akvaponikanın əsasını təşkil edir.</a:t>
            </a:r>
          </a:p>
          <a:p>
            <a:r>
              <a:t>Əsas bakteriyalar:</a:t>
            </a:r>
          </a:p>
          <a:p>
            <a:r>
              <a:t>• Nitrosomonas</a:t>
            </a:r>
          </a:p>
          <a:p>
            <a:r>
              <a:t>• Nitrobacter</a:t>
            </a:r>
          </a:p>
          <a:p>
            <a:r>
              <a:t>Bu bakteriyalar ammonyakı bitkilər üçün istifadə edilə bilən nitratlara çevirir.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Akvaponikanın Üstünlükləri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80–90% daha az su istifadəsi</a:t>
            </a:r>
          </a:p>
          <a:p>
            <a:r>
              <a:t>• Kimyəvi gübrə tələb etmir</a:t>
            </a:r>
          </a:p>
          <a:p>
            <a:r>
              <a:t>• Ekoloji və davamlı sistemdir</a:t>
            </a:r>
          </a:p>
          <a:p>
            <a:r>
              <a:t>• Şəhər mühitində tətbiq oluna bilər</a:t>
            </a:r>
          </a:p>
          <a:p>
            <a:r>
              <a:t>• Stabil və yüksək məhsuldarlıq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Akvaponikada İstifadə Olunan Balıq Növləri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Tilapiya</a:t>
            </a:r>
          </a:p>
          <a:p>
            <a:r>
              <a:t>• Karp</a:t>
            </a:r>
          </a:p>
          <a:p>
            <a:r>
              <a:t>• Som balığı</a:t>
            </a:r>
          </a:p>
          <a:p>
            <a:r>
              <a:t>• Nərə balığı</a:t>
            </a:r>
          </a:p>
          <a:p>
            <a:r>
              <a:t>Balıqlar sistemdə qida maddələrinin əsas mənbəyidir.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Akvaponikada Yetişdirilən Bitkilər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Kahı</a:t>
            </a:r>
          </a:p>
          <a:p>
            <a:r>
              <a:t>• Reyhan</a:t>
            </a:r>
          </a:p>
          <a:p>
            <a:r>
              <a:t>• Rukola</a:t>
            </a:r>
          </a:p>
          <a:p>
            <a:r>
              <a:t>• İspanaq</a:t>
            </a:r>
          </a:p>
          <a:p>
            <a:r>
              <a:t>• Mikro-yaşıllıqlar</a:t>
            </a:r>
          </a:p>
          <a:p>
            <a:r>
              <a:t>• Pomidor və xiyar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Torpaq və Akvaponika Müqayisəsi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Torpaq:</a:t>
            </a:r>
          </a:p>
          <a:p>
            <a:r>
              <a:t>• Qida maddələri qeyri-sabit</a:t>
            </a:r>
          </a:p>
          <a:p>
            <a:r>
              <a:t>• Zərərverici riski</a:t>
            </a:r>
          </a:p>
          <a:p>
            <a:r>
              <a:t>• Daha çox su istifadəsi</a:t>
            </a:r>
          </a:p>
          <a:p/>
          <a:p>
            <a:r>
              <a:t>Akvaponika:</a:t>
            </a:r>
          </a:p>
          <a:p>
            <a:r>
              <a:t>• Qida balansı nəzarətdədir</a:t>
            </a:r>
          </a:p>
          <a:p>
            <a:r>
              <a:t>• Su istifadəsi azdır</a:t>
            </a:r>
          </a:p>
          <a:p>
            <a:r>
              <a:t>• Məhsuldarlıq daha stabildir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Dad və Keyfiyyət Araşdırmaları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Bitkinin dadı əsasən aşağıdakı faktorlarla müəyyən olunur:</a:t>
            </a:r>
          </a:p>
          <a:p>
            <a:r>
              <a:t>• şəkər miqdarı (Brix)</a:t>
            </a:r>
          </a:p>
          <a:p>
            <a:r>
              <a:t>• orqanik turşular</a:t>
            </a:r>
          </a:p>
          <a:p>
            <a:r>
              <a:t>• mineral balans</a:t>
            </a:r>
          </a:p>
          <a:p>
            <a:r>
              <a:t>• işıq və stress faktorları</a:t>
            </a:r>
          </a:p>
          <a:p>
            <a:r>
              <a:t>Araşdırmalar göstərir ki, hidroponika və akvaponika məhsullarının dadı düzgün idarə olunduqda torpaq məhsullarına bənzər ola bilər.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 Texnologiyaları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Akvaponikada istifadə olunan sensorlar:</a:t>
            </a:r>
          </a:p>
          <a:p>
            <a:r>
              <a:t>• pH sensoru</a:t>
            </a:r>
          </a:p>
          <a:p>
            <a:r>
              <a:t>• Temperatur sensoru</a:t>
            </a:r>
          </a:p>
          <a:p>
            <a:r>
              <a:t>• Dissolved oxygen sensoru</a:t>
            </a:r>
          </a:p>
          <a:p>
            <a:r>
              <a:t>• Ammonium və nitrat sensorları</a:t>
            </a:r>
          </a:p>
          <a:p>
            <a:r>
              <a:t>Bu sensorlar sistemin stabil işləməsini təmin edir.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(Süni İntellekt) Tətbiqi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sistemləri kömək edir:</a:t>
            </a:r>
          </a:p>
          <a:p>
            <a:r>
              <a:t>• su parametrlərinin monitorinqi</a:t>
            </a:r>
          </a:p>
          <a:p>
            <a:r>
              <a:t>• yemləmə optimallaşdırılması</a:t>
            </a:r>
          </a:p>
          <a:p>
            <a:r>
              <a:t>• bitki böyümə analizi</a:t>
            </a:r>
          </a:p>
          <a:p>
            <a:r>
              <a:t>• xəstəliklərin erkən aşkarlanması</a:t>
            </a:r>
          </a:p>
          <a:p>
            <a:r>
              <a:t>• enerji istifadəsinin optimallaşdırılması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Akvaponika Biznes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Gəlir mənbələri:</a:t>
            </a:r>
          </a:p>
          <a:p>
            <a:r>
              <a:t>• balıq satışı</a:t>
            </a:r>
          </a:p>
          <a:p>
            <a:r>
              <a:t>• tərəvəz satışı</a:t>
            </a:r>
          </a:p>
          <a:p>
            <a:r>
              <a:t>• mikro-yaşıllıqlar</a:t>
            </a:r>
          </a:p>
          <a:p>
            <a:r>
              <a:t>• sistem quraşdırılması</a:t>
            </a:r>
          </a:p>
          <a:p>
            <a:r>
              <a:t>• təlim və kurslar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Satış Kanalları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Restoranlar</a:t>
            </a:r>
          </a:p>
          <a:p>
            <a:r>
              <a:t>• Supermarketlər</a:t>
            </a:r>
          </a:p>
          <a:p>
            <a:r>
              <a:t>• Sağlam qida mağazaları</a:t>
            </a:r>
          </a:p>
          <a:p>
            <a:r>
              <a:t>• Fermer bazarları</a:t>
            </a:r>
          </a:p>
          <a:p>
            <a:r>
              <a:t>• Onlayn satış və çatdırılma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İnvestisiya və Gəlir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Kiçik sistem: 500–2000 AZN</a:t>
            </a:r>
          </a:p>
          <a:p>
            <a:r>
              <a:t>Orta sistem: 5,000–20,000 AZN</a:t>
            </a:r>
          </a:p>
          <a:p>
            <a:r>
              <a:t>Kommersiya ferma: 50,000 AZN və daha çox</a:t>
            </a:r>
          </a:p>
          <a:p>
            <a:r>
              <a:t>Gəlir əsasən bitki satışından əldə edilir.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Çətinliklər və Risklər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Elektrik kəsilməsi</a:t>
            </a:r>
          </a:p>
          <a:p>
            <a:r>
              <a:t>• Temperatur nəzarəti</a:t>
            </a:r>
          </a:p>
          <a:p>
            <a:r>
              <a:t>• Su keyfiyyətinin idarə olunması</a:t>
            </a:r>
          </a:p>
          <a:p>
            <a:r>
              <a:t>• Texniki bilik ehtiyacı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Gələcək Perspektivlər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Akvaponika gələcəkdə:</a:t>
            </a:r>
          </a:p>
          <a:p>
            <a:r>
              <a:t>• urban farming</a:t>
            </a:r>
          </a:p>
          <a:p>
            <a:r>
              <a:t>• smart agriculture</a:t>
            </a:r>
          </a:p>
          <a:p>
            <a:r>
              <a:t>• AI və IoT texnologiyaları</a:t>
            </a:r>
          </a:p>
          <a:p>
            <a:r>
              <a:t>ilə daha geniş tətbiq ediləcək.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Nəticə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Akvaponika resurslara qənaət edən və ekoloji cəhətdən davamlı kənd təsərrüfatı modelidir.</a:t>
            </a:r>
          </a:p>
          <a:p>
            <a:r>
              <a:t>Düzgün idarə olunduqda həm elmi, həm də biznes baxımından yüksək potensiala malikdir.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